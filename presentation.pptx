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18CF8"/>
                </a:solidFill>
                <a:latin typeface="Calibri"/>
              </a:defRPr>
            </a:pPr>
            <a:r>
              <a:t>ENGINEERING LEADERSHIP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0F5"/>
                </a:solidFill>
                <a:latin typeface="Calibri"/>
              </a:defRPr>
            </a:pPr>
            <a:r>
              <a:t>Autonomous Security</a:t>
            </a:r>
            <a:br/>
            <a:r>
              <a:t>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84048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Transforming security debt from a manual bottleneck</a:t>
            </a:r>
            <a:br/>
            <a:r>
              <a:t>into an automated utility.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93776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Torrance Fredell  ·  Powered by Devin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MEET THE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What Is Devin?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Devin is not autocomplete. It is a cloud-native remote coworker — an asynchronous</a:t>
            </a:r>
            <a:br/>
            <a:r>
              <a:t>software engineer that manages its own VM, terminal, browser, and development environment.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🖥️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Own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Spins up an isolated VM with shell access, file system, and a full browser — no shared context, no side effects.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Fully Asynchronous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Runs in the background while your team ships features. Picks up work from an API call; delivers Pull Requests.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API-Driven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Programmatically create sessions, pass structured prompts, and orchestrate work — just like any microservice.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Security vs. Velocity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Security debt is the invisible tax on every sprint. Every alert in the backlog is a sprint killer</a:t>
            </a:r>
            <a:br/>
            <a:r>
              <a:t>for engineers pulled off feature work — and a token burner for organizations paying senior talent to write boilerplate fixes.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00400"/>
            <a:ext cx="4754880" cy="29260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200400"/>
            <a:ext cx="47548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TODAY'S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CodeQL fires an alert at 2 AM — sits untriaged for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0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Senior engineer context-switches off green-field feature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Spends 45 min reading the advisory, 10 min writing the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Brown-field maintenance erodes team morale and velocity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949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Repeat across dozens of alerts per quarter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00400"/>
            <a:ext cx="4754880" cy="29260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3200400"/>
            <a:ext cx="47548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49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80% of security fixes are deterministic and well-documented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160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Pattern: read advisory → locate code → apply known fix →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This is exactly the work agents excel 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83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Engineers stay in flow on high-value feature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3949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Security becomes a utility, not an interrupt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Event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A fully automated pipeline from vulnerability detection to verified Pull Request. Zero human intervention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CodeQL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Static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GitHub 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code_scanning_alert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FastAPI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Async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Devin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Session Creation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GitHub PR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Verified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" y="4754880"/>
            <a:ext cx="4754880" cy="15544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257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Payload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5778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Extracts vulnerability type, file path, tool name, and alert URL from the CodeQL schema. Builds a structured DevSecOps prompt with exact PR title conventions.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4754880" cy="15544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257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Safety by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5778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HMAC-SHA256 signature verification. Async non-blocking I/O. Action filtering ensures only 'created' and 'reopened' alerts are processed.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What This Unlocks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ENGINEER HOURS PER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&lt;5m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ALERT TO PULL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24/7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COVERAGE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Reclaimed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Engineers stay on green-field feature work. Brown-field security maintenance runs in the background.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Reduced MTTR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Mean time to remediation drops from days to minutes. No triage queue, no context switching.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Every fix is a traceable PR linked to the original CodeQL alert. Full provenance for compliance reviews.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18CF8"/>
                </a:solidFill>
                <a:latin typeface="Calibri"/>
              </a:defRPr>
            </a:pPr>
            <a:r>
              <a:t>LIVE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67247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81047" y="2286000"/>
            <a:ext cx="8229600" cy="2926080"/>
          </a:xfrm>
          <a:prstGeom prst="roundRect">
            <a:avLst/>
          </a:prstGeom>
          <a:solidFill>
            <a:srgbClr val="16161F"/>
          </a:solidFill>
          <a:ln w="25400">
            <a:solidFill>
              <a:srgbClr val="3D3F7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81047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B7280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047" y="3931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Live demo — CodeQL alert triggers autonomous remediation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0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52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52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2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CodeQL detects vulnerability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0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12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184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84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4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Webhook hits FastAPI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72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6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Devin session spins 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04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76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048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48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48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PR opened with fix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Security is no longer a queue. It is a closed-loop system that detects, dispatches,</a:t>
            </a:r>
            <a:br/>
            <a:r>
              <a:t>remediates, and delivers — without pulling a single engineer off their roadmap.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00400"/>
            <a:ext cx="4754880" cy="18288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Detect &amp;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023360"/>
            <a:ext cx="429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CodeQL scans run on every push. Alerts fire webhooks in real time. The gateway validates, extracts metadata, and dispatches to Devin within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00400"/>
            <a:ext cx="4754880" cy="18288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Remediate &amp; Deliver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023360"/>
            <a:ext cx="429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Devin clones the repo, analyzes the vulnerability pattern, applies the fix, runs tests, and opens a PR titled 'Fix: [Vulnerability Name]'.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394960"/>
            <a:ext cx="9875520" cy="82296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53212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F0F5"/>
                </a:solidFill>
                <a:latin typeface="Calibri"/>
              </a:rPr>
              <a:t>"We turned security from a </a:t>
            </a:r>
            <a:r>
              <a:rPr sz="1400" b="1">
                <a:solidFill>
                  <a:srgbClr val="F87171"/>
                </a:solidFill>
                <a:latin typeface="Calibri"/>
              </a:rPr>
              <a:t>reactive interrupt</a:t>
            </a:r>
            <a:r>
              <a:rPr sz="1400" b="0">
                <a:solidFill>
                  <a:srgbClr val="F0F0F5"/>
                </a:solidFill>
                <a:latin typeface="Calibri"/>
              </a:rPr>
              <a:t> into a </a:t>
            </a:r>
            <a:r>
              <a:rPr sz="1400" b="1">
                <a:solidFill>
                  <a:srgbClr val="34D399"/>
                </a:solidFill>
                <a:latin typeface="Calibri"/>
              </a:rPr>
              <a:t>proactive utility</a:t>
            </a:r>
            <a:r>
              <a:rPr sz="1400" b="0">
                <a:solidFill>
                  <a:srgbClr val="F0F0F5"/>
                </a:solidFill>
                <a:latin typeface="Calibri"/>
              </a:rPr>
              <a:t>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818CF8"/>
                </a:solidFill>
                <a:latin typeface="Calibri"/>
              </a:defRPr>
            </a:pPr>
            <a: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Let's discuss the architecture, the tradeoffs,</a:t>
            </a:r>
            <a:br/>
            <a:r>
              <a:t>and what comes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57200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Torrance Fredell  ·  github.com/torrancefredell/superset-demo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