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Calibri"/>
              </a:defRPr>
            </a:pPr>
            <a:r>
              <a:t>ENGINEERING LEADERSHIP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0F5"/>
                </a:solidFill>
                <a:latin typeface="Calibri"/>
              </a:defRPr>
            </a:pPr>
            <a:r>
              <a:t>Autonomous Security</a:t>
            </a:r>
            <a:br/>
            <a:r>
              <a:t>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Transforming security debt from a manual bottleneck</a:t>
            </a:r>
            <a:br/>
            <a:r>
              <a:t>into an automated utility.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937760"/>
            <a:ext cx="7619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Torrance Fredell  ·  Powered by Devin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MEET 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0F0F5"/>
                </a:solidFill>
                <a:latin typeface="Calibri"/>
              </a:defRPr>
            </a:pPr>
            <a:r>
              <a:t>What Is Devin?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783080"/>
            <a:ext cx="457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Devin is not autocomplete. It is a cloud-native remote coworker — an asynchronous</a:t>
            </a:r>
            <a:br/>
            <a:r>
              <a:t>software engineer that manages its own VM, terminal, browser, and development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383280"/>
            <a:ext cx="3200400" cy="210312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🖥️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Own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206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Spins up an isolated VM with shell access, file system, and a full browser — no shared context, no side effects.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383280"/>
            <a:ext cx="3200400" cy="210312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Fully Asynchronous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206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Runs in the background while your team ships features. Picks up work from an API call; delivers Pull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383280"/>
            <a:ext cx="3200400" cy="210312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API-Driven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206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Programmatically create sessions, pass structured prompts, and orchestrate work — just like any microservice.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AUTONOMOUS SECURITY REMEDIATION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0F0F5"/>
                </a:solidFill>
                <a:latin typeface="Calibri"/>
              </a:defRPr>
            </a:pPr>
            <a:r>
              <a:t>Security vs. Velocity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783080"/>
            <a:ext cx="457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Security debt is the invisible tax on every sprint. Every alert in the backlog is a sprint killer</a:t>
            </a:r>
            <a:br/>
            <a:r>
              <a:t>for engineers pulled off feature work — and a token burner for organizations paying senior talent to write boilerplate fixes.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4754880" cy="292608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475488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TODAY'S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9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✕  CodeQL fires an alert at 2 AM — sits untriaged for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60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✕  Senior engineer context-switches off green-field feature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✕  Spends 45 min reading the advisory, 10 min writing the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83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✕  Brown-field maintenance erodes team morale and velocity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949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✕  Repeat across dozens of alerts per quarter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4754880" cy="292608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200400"/>
            <a:ext cx="47548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✓  80% of security fixes are deterministic and well-documented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60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✓  Pattern: read advisory → locate code → apply known fix →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72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✓  This is exactly the work agents excel 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983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✓  Engineers stay in flow on high-value feature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3949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✓  Security becomes a utility, not an interrupt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AUTONOMOUS SECURITY REMEDIATION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0F0F5"/>
                </a:solidFill>
                <a:latin typeface="Calibri"/>
              </a:defRPr>
            </a:pPr>
            <a:r>
              <a:t>The Event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783080"/>
            <a:ext cx="457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A fully automated pipeline from vulnerability detection to verified Pull Request. Zero human intervention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1554480" cy="137160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0F5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Calibri"/>
              </a:defRPr>
            </a:pPr>
            <a:r>
              <a:t>CodeQL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Static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8C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926080"/>
            <a:ext cx="1554480" cy="137160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3063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0F5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Calibri"/>
              </a:defRPr>
            </a:pPr>
            <a:r>
              <a:t>GitHub Webhook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749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code_scanning_alert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8C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2926080"/>
            <a:ext cx="1554480" cy="137160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063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0F5"/>
                </a:solidFill>
                <a:latin typeface="Calibri"/>
              </a:defRPr>
            </a:pPr>
            <a:r>
              <a:t>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Calibri"/>
              </a:defRPr>
            </a:pPr>
            <a:r>
              <a:t>FastAPI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749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Async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8C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2926080"/>
            <a:ext cx="1554480" cy="137160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063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0F5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Calibri"/>
              </a:defRPr>
            </a:pPr>
            <a:r>
              <a:t>Devin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749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Session Creation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8C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926080"/>
            <a:ext cx="1554480" cy="137160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3063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0F5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Calibri"/>
              </a:defRPr>
            </a:pPr>
            <a:r>
              <a:t>GitHub 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749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Calibri"/>
              </a:defRPr>
            </a:pPr>
            <a:r>
              <a:t>Verified Fix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754880"/>
            <a:ext cx="4754880" cy="155448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257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Payload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5778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Extracts vulnerability type, file path, tool name, and alert URL from the CodeQL schema. Builds a structured DevSecOps prompt with exact PR title conventions.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54880"/>
            <a:ext cx="4754880" cy="155448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57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Safety by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5778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HMAC-SHA256 signature verification. Async non-blocking I/O. Action filtering ensures only 'created' and 'reopened' alerts are processed.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AUTONOMOUS SECURITY REMEDIATION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0F0F5"/>
                </a:solidFill>
                <a:latin typeface="Calibri"/>
              </a:defRPr>
            </a:pPr>
            <a:r>
              <a:t>What This Unlocks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783080"/>
            <a:ext cx="457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286000"/>
            <a:ext cx="3017520" cy="14630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ENGINEER HOURS PER ALERT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3017520" cy="14630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514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  <a:latin typeface="Calibri"/>
              </a:defRPr>
            </a:pPr>
            <a:r>
              <a:t>&lt;5m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ALERT TO PULL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017520" cy="14630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514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  <a:latin typeface="Calibri"/>
              </a:defRPr>
            </a:pPr>
            <a:r>
              <a:t>05 / 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COVERAGE 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206240"/>
            <a:ext cx="3017520" cy="19202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Reclaimed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029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Engineers stay on green-field feature work. Brown-field security maintenance runs in the background.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206240"/>
            <a:ext cx="3017520" cy="19202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Reduced MTTR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5029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Mean time to remediation drops from days to minutes. No triage queue, no context switching.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206240"/>
            <a:ext cx="3017520" cy="19202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029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Every fix is a traceable PR linked to the original CodeQL alert. Full provenance for compliance reviews.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AUTONOMOUS SECURITY REMEDIATION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18CF8"/>
                </a:solidFill>
                <a:latin typeface="Calibri"/>
              </a:defRPr>
            </a:pPr>
            <a:r>
              <a:t>LIVE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0F0F5"/>
                </a:solidFill>
                <a:latin typeface="Calibri"/>
              </a:defRPr>
            </a:pPr>
            <a:r>
              <a:t>The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67247" y="1783080"/>
            <a:ext cx="457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81047" y="2286000"/>
            <a:ext cx="8229600" cy="2926080"/>
          </a:xfrm>
          <a:prstGeom prst="roundRect">
            <a:avLst/>
          </a:prstGeom>
          <a:solidFill>
            <a:srgbClr val="16161F"/>
          </a:solidFill>
          <a:ln w="25400">
            <a:solidFill>
              <a:srgbClr val="3D3F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6B728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047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Live demo — CodeQL alert triggers autonomous remediation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047" y="5486400"/>
            <a:ext cx="2286000" cy="5486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5207" y="559612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207" y="55961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247" y="5596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Calibri"/>
              </a:defRPr>
            </a:pPr>
            <a:r>
              <a:t>CodeQL detects vulnerability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047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1247" y="5486400"/>
            <a:ext cx="2286000" cy="5486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18407" y="559612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8407" y="55961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8447" y="5596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Calibri"/>
              </a:defRPr>
            </a:pPr>
            <a:r>
              <a:t>Webhook hits FastAPI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7247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5486400"/>
            <a:ext cx="2286000" cy="5486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559612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55961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647" y="5596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Calibri"/>
              </a:defRPr>
            </a:pPr>
            <a:r>
              <a:t>Devin session spins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0447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7647" y="5486400"/>
            <a:ext cx="2286000" cy="5486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04807" y="559612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4807" y="55961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4847" y="5596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Calibri"/>
              </a:defRPr>
            </a:pPr>
            <a:r>
              <a:t>PR opened with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AUTONOMOUS SECURITY REMEDIATION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CLOSING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0F0F5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783080"/>
            <a:ext cx="457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Security is no longer a queue. It is a closed-loop system that detects, dispatches,</a:t>
            </a:r>
            <a:br/>
            <a:r>
              <a:t>remediates, and delivers — without pulling a single engineer off their roadmap.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4754880" cy="182880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703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Detect &amp;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02336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CodeQL scans run on every push. Alerts fire webhooks in real time. The gateway validates, extracts metadata, and dispatches to Devin within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4754880" cy="182880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03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Remediate &amp; Deliver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02336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Devin clones the repo, analyzes the vulnerability pattern, applies the fix, runs tests, and opens a PR titled 'Fix: [Vulnerability Name]'.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394960"/>
            <a:ext cx="9875520" cy="82296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5321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0F0F5"/>
                </a:solidFill>
                <a:latin typeface="Calibri"/>
              </a:rPr>
              <a:t>"We turned security from a </a:t>
            </a:r>
            <a:r>
              <a:rPr sz="1400" b="1">
                <a:solidFill>
                  <a:srgbClr val="F87171"/>
                </a:solidFill>
                <a:latin typeface="Calibri"/>
              </a:rPr>
              <a:t>reactive interrupt</a:t>
            </a:r>
            <a:r>
              <a:rPr sz="1400" b="0">
                <a:solidFill>
                  <a:srgbClr val="F0F0F5"/>
                </a:solidFill>
                <a:latin typeface="Calibri"/>
              </a:rPr>
              <a:t> into a </a:t>
            </a:r>
            <a:r>
              <a:rPr sz="1400" b="1">
                <a:solidFill>
                  <a:srgbClr val="34D399"/>
                </a:solidFill>
                <a:latin typeface="Calibri"/>
              </a:rPr>
              <a:t>proactive utility</a:t>
            </a:r>
            <a:r>
              <a:rPr sz="1400" b="0">
                <a:solidFill>
                  <a:srgbClr val="F0F0F5"/>
                </a:solidFill>
                <a:latin typeface="Calibri"/>
              </a:rPr>
              <a:t>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AUTONOMOUS SECURITY REMEDIATION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THE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0F0F5"/>
                </a:solidFill>
                <a:latin typeface="Calibri"/>
              </a:defRPr>
            </a:pPr>
            <a:r>
              <a:t>From POC to Production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783080"/>
            <a:ext cx="4572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Today is a successful proof of concept. Here is how we scale it into an always-on enterprise capability.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383280"/>
            <a:ext cx="2377440" cy="210312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Sweep &amp;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206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Connect Devin to more repositories and trigger automated backlog sweeps — continuously clearing existing security debt in the background.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3383280"/>
            <a:ext cx="2377440" cy="210312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Multi-Agent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4206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A second Devin instance acts as an automated peer-reviewer, auditing every patch before a human engineer ever sees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383280"/>
            <a:ext cx="2377440" cy="210312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Engineering Partnership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206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We don't just hand over a tool. Our team works hand-in-hand with your engineers to align the rollout with your existing 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AUTONOMOUS SECURITY REMEDIATION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08 / 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383280"/>
            <a:ext cx="2377440" cy="210312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5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Calibri"/>
              </a:defRPr>
            </a:pPr>
            <a:r>
              <a:t>Slack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4206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Wire the pipeline into Slack so the moment Devin opens a PR, your engineering team is pinged instantly — zero dashboard polling.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818CF8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474720"/>
            <a:ext cx="7619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Let's discuss the architecture, the tradeoffs,</a:t>
            </a:r>
            <a:br/>
            <a:r>
              <a:t>and what comes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572000"/>
            <a:ext cx="7619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Torrance Fredell  ·  github.com/torrancefredell/superset-demo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Calibri"/>
              </a:defRPr>
            </a:pPr>
            <a:r>
              <a:t>AUTONOMOUS SECURITY 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